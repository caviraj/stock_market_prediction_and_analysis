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45720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 Market Prediction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Analysis System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AI-Powered Web Application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4206240"/>
            <a:ext cx="1920240" cy="320040"/>
          </a:xfrm>
          <a:prstGeom prst="roundRect">
            <a:avLst>
              <a:gd name="adj" fmla="val 22857"/>
            </a:avLst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206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42032" y="4206240"/>
            <a:ext cx="1920240" cy="320040"/>
          </a:xfrm>
          <a:prstGeom prst="roundRect">
            <a:avLst>
              <a:gd name="adj" fmla="val 22857"/>
            </a:avLst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42032" y="4206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26864" y="4206240"/>
            <a:ext cx="1920240" cy="320040"/>
          </a:xfrm>
          <a:prstGeom prst="roundRect">
            <a:avLst>
              <a:gd name="adj" fmla="val 22857"/>
            </a:avLst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26864" y="4206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+ Random Forest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711696" y="4206240"/>
            <a:ext cx="1920240" cy="320040"/>
          </a:xfrm>
          <a:prstGeom prst="roundRect">
            <a:avLst>
              <a:gd name="adj" fmla="val 22857"/>
            </a:avLst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11696" y="4206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Deployment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56616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investing requires expert analysis
</a:t>
            </a:r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investors lack prediction tools
</a:t>
            </a:r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is time-consuming
</a:t>
            </a:r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platform for Indian stocks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914400"/>
            <a:ext cx="3931920" cy="3474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1325880"/>
            <a:ext cx="356616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4173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price prediction (LSTM)
</a:t>
            </a:r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/ Hold / Sell signal generation
</a:t>
            </a:r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candlestick charts
</a:t>
            </a:r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stock watchlist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743200" cy="3291840"/>
          </a:xfrm>
          <a:prstGeom prst="rect">
            <a:avLst/>
          </a:prstGeom>
          <a:solidFill>
            <a:srgbClr val="1A2F45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274320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Layer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 + TypeScript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2377440" cy="182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8308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•  Charts  •  Watchlist  •  Auth UI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868680"/>
            <a:ext cx="2743200" cy="3291840"/>
          </a:xfrm>
          <a:prstGeom prst="rect">
            <a:avLst/>
          </a:prstGeom>
          <a:solidFill>
            <a:srgbClr val="1A2F4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868680"/>
            <a:ext cx="27432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0515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Layer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1371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29000" y="1691640"/>
            <a:ext cx="2377440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78308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 •  ML Inference  •  yfinance Data  •  SQLite DB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868680"/>
            <a:ext cx="2743200" cy="3291840"/>
          </a:xfrm>
          <a:prstGeom prst="rect">
            <a:avLst/>
          </a:prstGeom>
          <a:solidFill>
            <a:srgbClr val="1A2F45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868680"/>
            <a:ext cx="2743200" cy="1097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0515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Layer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1371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+ Scikit-learn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1691640"/>
            <a:ext cx="2377440" cy="182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78308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Price Forecast  •  Random Forest Signal  •  SMA / EMA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90672" y="2176272"/>
            <a:ext cx="137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16752" y="2176272"/>
            <a:ext cx="137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315968"/>
            <a:ext cx="8503920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3159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 Angular → Vercel (Free)    |    FastAPI → Render.com (Free)    |    Database → SQLite / PostgreSQL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Algorithms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27432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534AB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41248"/>
            <a:ext cx="2743200" cy="5029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41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 Neural Network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12471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Prediction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8680" y="1426464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534AB7">
              <a:alpha val="15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4264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Forecast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60 days of price history
</a:t>
            </a:r>
            <a:pPr indent="0" marL="0">
              <a:buNone/>
            </a:pPr>
            <a:r>
              <a:rPr lang="en-US" sz="1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next 7 or 30 days
</a:t>
            </a:r>
            <a:pPr indent="0" marL="0">
              <a:buNone/>
            </a:pPr>
            <a:r>
              <a:rPr lang="en-US" sz="1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time-series patterns well
</a:t>
            </a:r>
            <a:pPr indent="0" marL="0">
              <a:buNone/>
            </a:pPr>
            <a:r>
              <a:rPr lang="en-US" sz="1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TensorFlow / Keras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841248"/>
            <a:ext cx="27432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41248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841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112471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Classification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49040" y="1426464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4264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Signal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78308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price, volume, RSI, moving avg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BUY / HOLD / SELL signal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100+ decision trees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Scikit-learn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841248"/>
            <a:ext cx="27432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841248"/>
            <a:ext cx="27432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841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 / EMA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80760" y="112471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Indicators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1426464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14264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Overlay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178308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20-day and 50-day moving averages
</a:t>
            </a:r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as chart overlays
</a:t>
            </a:r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math — no ML required
</a:t>
            </a:r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confirm LSTM predictions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371600" cy="566928"/>
          </a:xfrm>
          <a:prstGeom prst="rect">
            <a:avLst/>
          </a:prstGeom>
          <a:solidFill>
            <a:srgbClr val="0D9488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64792" y="822960"/>
            <a:ext cx="2651760" cy="566928"/>
          </a:xfrm>
          <a:prstGeom prst="rect">
            <a:avLst/>
          </a:prstGeom>
          <a:solidFill>
            <a:srgbClr val="0D9488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56232" y="82296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43984" y="822960"/>
            <a:ext cx="2651760" cy="566928"/>
          </a:xfrm>
          <a:prstGeom prst="rect">
            <a:avLst/>
          </a:prstGeom>
          <a:solidFill>
            <a:srgbClr val="0D9488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82296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23176" y="822960"/>
            <a:ext cx="1554480" cy="566928"/>
          </a:xfrm>
          <a:prstGeom prst="rect">
            <a:avLst/>
          </a:prstGeom>
          <a:solidFill>
            <a:srgbClr val="0D9488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14616" y="8229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Hosting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417320"/>
            <a:ext cx="1371600" cy="566928"/>
          </a:xfrm>
          <a:prstGeom prst="rect">
            <a:avLst/>
          </a:prstGeom>
          <a:solidFill>
            <a:srgbClr val="1A2F45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17320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64792" y="1417320"/>
            <a:ext cx="2651760" cy="566928"/>
          </a:xfrm>
          <a:prstGeom prst="rect">
            <a:avLst/>
          </a:prstGeom>
          <a:solidFill>
            <a:srgbClr val="1A2F45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56232" y="141732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 + TypeScript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43984" y="1417320"/>
            <a:ext cx="2651760" cy="566928"/>
          </a:xfrm>
          <a:prstGeom prst="rect">
            <a:avLst/>
          </a:prstGeom>
          <a:solidFill>
            <a:srgbClr val="1A2F45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5424" y="141732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Components, Charts, Routing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23176" y="1417320"/>
            <a:ext cx="1554480" cy="566928"/>
          </a:xfrm>
          <a:prstGeom prst="rect">
            <a:avLst/>
          </a:prstGeom>
          <a:solidFill>
            <a:srgbClr val="1A2F45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14616" y="141732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011680"/>
            <a:ext cx="1371600" cy="566928"/>
          </a:xfrm>
          <a:prstGeom prst="rect">
            <a:avLst/>
          </a:prstGeom>
          <a:solidFill>
            <a:srgbClr val="162032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011680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764792" y="2011680"/>
            <a:ext cx="2651760" cy="566928"/>
          </a:xfrm>
          <a:prstGeom prst="rect">
            <a:avLst/>
          </a:prstGeom>
          <a:solidFill>
            <a:srgbClr val="162032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56232" y="201168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lightweight-charts (TradingView)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3984" y="2011680"/>
            <a:ext cx="2651760" cy="566928"/>
          </a:xfrm>
          <a:prstGeom prst="rect">
            <a:avLst/>
          </a:prstGeom>
          <a:solidFill>
            <a:srgbClr val="162032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35424" y="201168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Candlestick &amp; Line Charts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23176" y="2011680"/>
            <a:ext cx="1554480" cy="566928"/>
          </a:xfrm>
          <a:prstGeom prst="rect">
            <a:avLst/>
          </a:prstGeom>
          <a:solidFill>
            <a:srgbClr val="162032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14616" y="201168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606040"/>
            <a:ext cx="1371600" cy="566928"/>
          </a:xfrm>
          <a:prstGeom prst="rect">
            <a:avLst/>
          </a:prstGeom>
          <a:solidFill>
            <a:srgbClr val="1A2F45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606040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764792" y="2606040"/>
            <a:ext cx="2651760" cy="566928"/>
          </a:xfrm>
          <a:prstGeom prst="rect">
            <a:avLst/>
          </a:prstGeom>
          <a:solidFill>
            <a:srgbClr val="1A2F45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56232" y="26060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43984" y="2606040"/>
            <a:ext cx="2651760" cy="566928"/>
          </a:xfrm>
          <a:prstGeom prst="rect">
            <a:avLst/>
          </a:prstGeom>
          <a:solidFill>
            <a:srgbClr val="1A2F45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35424" y="260604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ML Serving, Data Fetch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23176" y="2606040"/>
            <a:ext cx="1554480" cy="566928"/>
          </a:xfrm>
          <a:prstGeom prst="rect">
            <a:avLst/>
          </a:prstGeom>
          <a:solidFill>
            <a:srgbClr val="1A2F45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14616" y="260604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200400"/>
            <a:ext cx="1371600" cy="566928"/>
          </a:xfrm>
          <a:prstGeom prst="rect">
            <a:avLst/>
          </a:prstGeom>
          <a:solidFill>
            <a:srgbClr val="162032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200400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764792" y="3200400"/>
            <a:ext cx="2651760" cy="566928"/>
          </a:xfrm>
          <a:prstGeom prst="rect">
            <a:avLst/>
          </a:prstGeom>
          <a:solidFill>
            <a:srgbClr val="162032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56232" y="320040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 + Scikit-learn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43984" y="3200400"/>
            <a:ext cx="2651760" cy="566928"/>
          </a:xfrm>
          <a:prstGeom prst="rect">
            <a:avLst/>
          </a:prstGeom>
          <a:solidFill>
            <a:srgbClr val="162032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35424" y="320040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+ Random Forest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123176" y="3200400"/>
            <a:ext cx="1554480" cy="566928"/>
          </a:xfrm>
          <a:prstGeom prst="rect">
            <a:avLst/>
          </a:prstGeom>
          <a:solidFill>
            <a:srgbClr val="162032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14616" y="320040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3794760"/>
            <a:ext cx="1371600" cy="566928"/>
          </a:xfrm>
          <a:prstGeom prst="rect">
            <a:avLst/>
          </a:prstGeom>
          <a:solidFill>
            <a:srgbClr val="1A2F45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794760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764792" y="3794760"/>
            <a:ext cx="2651760" cy="566928"/>
          </a:xfrm>
          <a:prstGeom prst="rect">
            <a:avLst/>
          </a:prstGeom>
          <a:solidFill>
            <a:srgbClr val="1A2F45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56232" y="379476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Python Library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443984" y="3794760"/>
            <a:ext cx="2651760" cy="566928"/>
          </a:xfrm>
          <a:prstGeom prst="rect">
            <a:avLst/>
          </a:prstGeom>
          <a:solidFill>
            <a:srgbClr val="1A2F45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35424" y="379476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Yahoo Finance Stock Data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123176" y="3794760"/>
            <a:ext cx="1554480" cy="566928"/>
          </a:xfrm>
          <a:prstGeom prst="rect">
            <a:avLst/>
          </a:prstGeom>
          <a:solidFill>
            <a:srgbClr val="1A2F45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14616" y="37947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65760" y="4389120"/>
            <a:ext cx="1371600" cy="566928"/>
          </a:xfrm>
          <a:prstGeom prst="rect">
            <a:avLst/>
          </a:prstGeom>
          <a:solidFill>
            <a:srgbClr val="162032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389120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764792" y="4389120"/>
            <a:ext cx="2651760" cy="566928"/>
          </a:xfrm>
          <a:prstGeom prst="rect">
            <a:avLst/>
          </a:prstGeom>
          <a:solidFill>
            <a:srgbClr val="162032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56232" y="438912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→ PostgreSQL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443984" y="4389120"/>
            <a:ext cx="2651760" cy="566928"/>
          </a:xfrm>
          <a:prstGeom prst="rect">
            <a:avLst/>
          </a:prstGeom>
          <a:solidFill>
            <a:srgbClr val="162032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35424" y="438912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Predictions, Watchlist Storage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123176" y="4389120"/>
            <a:ext cx="1554480" cy="566928"/>
          </a:xfrm>
          <a:prstGeom prst="rect">
            <a:avLst/>
          </a:prstGeom>
          <a:solidFill>
            <a:srgbClr val="162032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14616" y="438912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(free)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Angular Frontend — 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4206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96112"/>
            <a:ext cx="54864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3502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 price updates, mini charts for top movers, market summary widgets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896112"/>
            <a:ext cx="4206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96112"/>
            <a:ext cx="54864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058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 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33502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and 30-day LSTM price forecast with BUY/HOLD/SELL badge from Random Forest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194560"/>
            <a:ext cx="4206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194560"/>
            <a:ext cx="54864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042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Candlestick Charts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63347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TradingView charts with SMA/EMA overlays and zoom/pan support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4206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94560"/>
            <a:ext cx="54864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3042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Watchlist Manager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63347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remove stocks to personal watchlist, stored via FastAPI backend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493008"/>
            <a:ext cx="4206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493008"/>
            <a:ext cx="54864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0273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 Search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9319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NSE/BSE tickers (RELIANCE.NS, TCS.NS) with autocomplete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493008"/>
            <a:ext cx="4206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493008"/>
            <a:ext cx="54864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60273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System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9319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 and signup with JWT token-based authentication via FastAPI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Flow — How It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234440" cy="2560320"/>
          </a:xfrm>
          <a:prstGeom prst="rect">
            <a:avLst/>
          </a:prstGeom>
          <a:solidFill>
            <a:srgbClr val="1A2F45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" y="1078992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7220" y="10789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28600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stock ticker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TCS.NS)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81912" y="2258568"/>
            <a:ext cx="146304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82496" y="2148840"/>
            <a:ext cx="137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55648" y="1005840"/>
            <a:ext cx="1234440" cy="2560320"/>
          </a:xfrm>
          <a:prstGeom prst="rect">
            <a:avLst/>
          </a:prstGeom>
          <a:solidFill>
            <a:srgbClr val="1A2F45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2828" y="1078992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2828" y="10789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55648" y="187452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Angular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55648" y="228600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HTTP GET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FastAPI backend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17520" y="2258568"/>
            <a:ext cx="146304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18104" y="2148840"/>
            <a:ext cx="137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91256" y="1005840"/>
            <a:ext cx="1234440" cy="2560320"/>
          </a:xfrm>
          <a:prstGeom prst="rect">
            <a:avLst/>
          </a:prstGeom>
          <a:solidFill>
            <a:srgbClr val="1A2F4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8436" y="1078992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88436" y="10789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191256" y="187452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91256" y="228600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data via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library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53128" y="2258568"/>
            <a:ext cx="146304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53712" y="2148840"/>
            <a:ext cx="137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26864" y="1005840"/>
            <a:ext cx="1234440" cy="2560320"/>
          </a:xfrm>
          <a:prstGeom prst="rect">
            <a:avLst/>
          </a:prstGeom>
          <a:solidFill>
            <a:srgbClr val="1A2F45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24044" y="1078992"/>
            <a:ext cx="640080" cy="6400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24044" y="10789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26864" y="187452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Models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26864" y="228600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+ RF run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88736" y="2258568"/>
            <a:ext cx="146304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2148840"/>
            <a:ext cx="137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▶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62472" y="1005840"/>
            <a:ext cx="1234440" cy="2560320"/>
          </a:xfrm>
          <a:prstGeom prst="rect">
            <a:avLst/>
          </a:prstGeom>
          <a:solidFill>
            <a:srgbClr val="1A2F4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9652" y="1078992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9652" y="10789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062472" y="187452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62472" y="228600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JSON: price forecast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buy/sell signal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24344" y="2258568"/>
            <a:ext cx="146304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24928" y="2148840"/>
            <a:ext cx="137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▶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498080" y="1005840"/>
            <a:ext cx="1234440" cy="2560320"/>
          </a:xfrm>
          <a:prstGeom prst="rect">
            <a:avLst/>
          </a:prstGeom>
          <a:solidFill>
            <a:srgbClr val="1A2F45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95260" y="1078992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95260" y="10789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498080" y="187452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Display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498080" y="228600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+ signal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to user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3767328"/>
            <a:ext cx="850392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7673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response time: &lt; 2 seconds  |  LSTM prediction cached for 24 hours  |  All data from Yahoo Finance (free)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64008" cy="69494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978408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7840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21615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0" y="914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ML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121615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data pipeline → LSTM model training → Random Forest classifier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655064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655064"/>
            <a:ext cx="64008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764792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76479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00253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17007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28800" y="2002536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setup → /predict &amp; /stock endpoints → SQLite schema → CORS for Angular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441448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441448"/>
            <a:ext cx="64008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551176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55117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278892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4–5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28800" y="24871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Angular UI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828800" y="278892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→ Charts → Prediction view → Watchlist → Auth login page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227832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227832"/>
            <a:ext cx="64008" cy="6949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337560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33756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357530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28800" y="32735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828800" y="3575304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Angular to FastAPI → End-to-end testing → Bug fixes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4014216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4014216"/>
            <a:ext cx="64008" cy="6949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4123944"/>
            <a:ext cx="1188720" cy="475488"/>
          </a:xfrm>
          <a:prstGeom prst="roundRect">
            <a:avLst>
              <a:gd name="adj" fmla="val 11538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12394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436168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828800" y="40599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828800" y="4361688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Angular on Vercel → Deploy FastAPI on Render → Final demo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Project?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960120"/>
            <a:ext cx="7315200" cy="548640"/>
          </a:xfrm>
          <a:prstGeom prst="rect">
            <a:avLst/>
          </a:prstGeom>
          <a:solidFill>
            <a:srgbClr val="1A2F45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96012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Frontend Development (Angular), Backend (FastAPI), and AI/ML in one project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618488"/>
            <a:ext cx="7315200" cy="548640"/>
          </a:xfrm>
          <a:prstGeom prst="rect">
            <a:avLst/>
          </a:prstGeom>
          <a:solidFill>
            <a:srgbClr val="1A2F45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618488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real-world financial data — practical and industry-relevant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7315200" cy="548640"/>
          </a:xfrm>
          <a:prstGeom prst="rect">
            <a:avLst/>
          </a:prstGeom>
          <a:solidFill>
            <a:srgbClr val="1A2F45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276856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LSTM deep learning + Random Forest classification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2935224"/>
            <a:ext cx="7315200" cy="548640"/>
          </a:xfrm>
          <a:prstGeom prst="rect">
            <a:avLst/>
          </a:prstGeom>
          <a:solidFill>
            <a:srgbClr val="1A2F45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35224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deployable for free using Vercel + Render.com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593592"/>
            <a:ext cx="7315200" cy="548640"/>
          </a:xfrm>
          <a:prstGeom prst="rect">
            <a:avLst/>
          </a:prstGeom>
          <a:solidFill>
            <a:srgbClr val="1A2F45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593592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portfolio project — covers full stack end to end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Prediction &amp; Analysis System  —  Angular + FastAPI + LSTM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Market Prediction &amp; Analysis System</dc:title>
  <dc:subject>PptxGenJS Presentation</dc:subject>
  <dc:creator>PptxGenJS</dc:creator>
  <cp:lastModifiedBy>PptxGenJS</cp:lastModifiedBy>
  <cp:revision>1</cp:revision>
  <dcterms:created xsi:type="dcterms:W3CDTF">2026-06-04T06:58:35Z</dcterms:created>
  <dcterms:modified xsi:type="dcterms:W3CDTF">2026-06-04T06:58:35Z</dcterms:modified>
</cp:coreProperties>
</file>